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1AB1DB-A48A-4102-963F-B36EBB7CE517}" v="1" dt="2026-10-12T12:37:04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5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~ Sreenu" userId="0ae26cf317f236f5" providerId="LiveId" clId="{54C5857C-C959-465F-B4B1-47DCE9AD4A20}"/>
    <pc:docChg chg="undo custSel modSld">
      <pc:chgData name="~ Sreenu" userId="0ae26cf317f236f5" providerId="LiveId" clId="{54C5857C-C959-465F-B4B1-47DCE9AD4A20}" dt="2026-10-12T12:39:09.136" v="53" actId="207"/>
      <pc:docMkLst>
        <pc:docMk/>
      </pc:docMkLst>
      <pc:sldChg chg="delSp modSp mod">
        <pc:chgData name="~ Sreenu" userId="0ae26cf317f236f5" providerId="LiveId" clId="{54C5857C-C959-465F-B4B1-47DCE9AD4A20}" dt="2026-10-12T12:39:09.136" v="53" actId="207"/>
        <pc:sldMkLst>
          <pc:docMk/>
          <pc:sldMk cId="0" sldId="256"/>
        </pc:sldMkLst>
        <pc:spChg chg="mod">
          <ac:chgData name="~ Sreenu" userId="0ae26cf317f236f5" providerId="LiveId" clId="{54C5857C-C959-465F-B4B1-47DCE9AD4A20}" dt="2026-10-12T12:39:02.673" v="52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~ Sreenu" userId="0ae26cf317f236f5" providerId="LiveId" clId="{54C5857C-C959-465F-B4B1-47DCE9AD4A20}" dt="2026-10-12T12:37:46.631" v="27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~ Sreenu" userId="0ae26cf317f236f5" providerId="LiveId" clId="{54C5857C-C959-465F-B4B1-47DCE9AD4A20}" dt="2026-10-12T12:38:54.343" v="50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~ Sreenu" userId="0ae26cf317f236f5" providerId="LiveId" clId="{54C5857C-C959-465F-B4B1-47DCE9AD4A20}" dt="2026-10-12T12:37:40.572" v="26" actId="403"/>
          <ac:spMkLst>
            <pc:docMk/>
            <pc:sldMk cId="0" sldId="256"/>
            <ac:spMk id="9" creationId="{00000000-0000-0000-0000-000000000000}"/>
          </ac:spMkLst>
        </pc:spChg>
        <pc:spChg chg="mod">
          <ac:chgData name="~ Sreenu" userId="0ae26cf317f236f5" providerId="LiveId" clId="{54C5857C-C959-465F-B4B1-47DCE9AD4A20}" dt="2026-10-12T12:39:09.136" v="53" actId="20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~ Sreenu" userId="0ae26cf317f236f5" providerId="LiveId" clId="{54C5857C-C959-465F-B4B1-47DCE9AD4A20}" dt="2026-10-12T12:39:09.136" v="53" actId="20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~ Sreenu" userId="0ae26cf317f236f5" providerId="LiveId" clId="{54C5857C-C959-465F-B4B1-47DCE9AD4A20}" dt="2026-10-12T12:39:09.136" v="53" actId="207"/>
          <ac:spMkLst>
            <pc:docMk/>
            <pc:sldMk cId="0" sldId="256"/>
            <ac:spMk id="12" creationId="{00000000-0000-0000-0000-000000000000}"/>
          </ac:spMkLst>
        </pc:spChg>
        <pc:spChg chg="del">
          <ac:chgData name="~ Sreenu" userId="0ae26cf317f236f5" providerId="LiveId" clId="{54C5857C-C959-465F-B4B1-47DCE9AD4A20}" dt="2026-10-12T12:38:00.651" v="30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~ Sreenu" userId="0ae26cf317f236f5" providerId="LiveId" clId="{54C5857C-C959-465F-B4B1-47DCE9AD4A20}" dt="2026-10-12T12:37:59.113" v="29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~ Sreenu" userId="0ae26cf317f236f5" providerId="LiveId" clId="{54C5857C-C959-465F-B4B1-47DCE9AD4A20}" dt="2026-10-12T12:37:56.914" v="28" actId="478"/>
          <ac:spMkLst>
            <pc:docMk/>
            <pc:sldMk cId="0" sldId="256"/>
            <ac:spMk id="15" creationId="{00000000-0000-0000-0000-000000000000}"/>
          </ac:spMkLst>
        </pc:spChg>
      </pc:sldChg>
      <pc:sldChg chg="addSp delSp modSp mod">
        <pc:chgData name="~ Sreenu" userId="0ae26cf317f236f5" providerId="LiveId" clId="{54C5857C-C959-465F-B4B1-47DCE9AD4A20}" dt="2026-10-12T12:38:08.286" v="34" actId="478"/>
        <pc:sldMkLst>
          <pc:docMk/>
          <pc:sldMk cId="0" sldId="257"/>
        </pc:sldMkLst>
        <pc:spChg chg="add del">
          <ac:chgData name="~ Sreenu" userId="0ae26cf317f236f5" providerId="LiveId" clId="{54C5857C-C959-465F-B4B1-47DCE9AD4A20}" dt="2026-10-12T12:35:47.334" v="2" actId="478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~ Sreenu" userId="0ae26cf317f236f5" providerId="LiveId" clId="{54C5857C-C959-465F-B4B1-47DCE9AD4A20}" dt="2026-10-12T12:35:50.428" v="3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~ Sreenu" userId="0ae26cf317f236f5" providerId="LiveId" clId="{54C5857C-C959-465F-B4B1-47DCE9AD4A20}" dt="2026-10-12T12:37:18.763" v="23" actId="403"/>
          <ac:spMkLst>
            <pc:docMk/>
            <pc:sldMk cId="0" sldId="257"/>
            <ac:spMk id="9" creationId="{00000000-0000-0000-0000-000000000000}"/>
          </ac:spMkLst>
        </pc:spChg>
        <pc:spChg chg="mod">
          <ac:chgData name="~ Sreenu" userId="0ae26cf317f236f5" providerId="LiveId" clId="{54C5857C-C959-465F-B4B1-47DCE9AD4A20}" dt="2026-10-12T12:37:18.763" v="23" actId="40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~ Sreenu" userId="0ae26cf317f236f5" providerId="LiveId" clId="{54C5857C-C959-465F-B4B1-47DCE9AD4A20}" dt="2026-10-12T12:37:18.763" v="23" actId="403"/>
          <ac:spMkLst>
            <pc:docMk/>
            <pc:sldMk cId="0" sldId="257"/>
            <ac:spMk id="11" creationId="{00000000-0000-0000-0000-000000000000}"/>
          </ac:spMkLst>
        </pc:spChg>
        <pc:spChg chg="mod">
          <ac:chgData name="~ Sreenu" userId="0ae26cf317f236f5" providerId="LiveId" clId="{54C5857C-C959-465F-B4B1-47DCE9AD4A20}" dt="2026-10-12T12:37:18.763" v="23" actId="403"/>
          <ac:spMkLst>
            <pc:docMk/>
            <pc:sldMk cId="0" sldId="257"/>
            <ac:spMk id="12" creationId="{00000000-0000-0000-0000-000000000000}"/>
          </ac:spMkLst>
        </pc:spChg>
        <pc:spChg chg="mod">
          <ac:chgData name="~ Sreenu" userId="0ae26cf317f236f5" providerId="LiveId" clId="{54C5857C-C959-465F-B4B1-47DCE9AD4A20}" dt="2026-10-12T12:37:18.763" v="23" actId="403"/>
          <ac:spMkLst>
            <pc:docMk/>
            <pc:sldMk cId="0" sldId="257"/>
            <ac:spMk id="13" creationId="{00000000-0000-0000-0000-000000000000}"/>
          </ac:spMkLst>
        </pc:spChg>
        <pc:spChg chg="del mod">
          <ac:chgData name="~ Sreenu" userId="0ae26cf317f236f5" providerId="LiveId" clId="{54C5857C-C959-465F-B4B1-47DCE9AD4A20}" dt="2026-10-12T12:38:04.657" v="32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~ Sreenu" userId="0ae26cf317f236f5" providerId="LiveId" clId="{54C5857C-C959-465F-B4B1-47DCE9AD4A20}" dt="2026-10-12T12:38:06.062" v="33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~ Sreenu" userId="0ae26cf317f236f5" providerId="LiveId" clId="{54C5857C-C959-465F-B4B1-47DCE9AD4A20}" dt="2026-10-12T12:38:08.286" v="34" actId="478"/>
          <ac:spMkLst>
            <pc:docMk/>
            <pc:sldMk cId="0" sldId="257"/>
            <ac:spMk id="16" creationId="{00000000-0000-0000-0000-000000000000}"/>
          </ac:spMkLst>
        </pc:spChg>
      </pc:sldChg>
      <pc:sldChg chg="addSp delSp modSp mod">
        <pc:chgData name="~ Sreenu" userId="0ae26cf317f236f5" providerId="LiveId" clId="{54C5857C-C959-465F-B4B1-47DCE9AD4A20}" dt="2026-10-12T12:38:15.069" v="37" actId="478"/>
        <pc:sldMkLst>
          <pc:docMk/>
          <pc:sldMk cId="0" sldId="258"/>
        </pc:sldMkLst>
        <pc:spChg chg="del">
          <ac:chgData name="~ Sreenu" userId="0ae26cf317f236f5" providerId="LiveId" clId="{54C5857C-C959-465F-B4B1-47DCE9AD4A20}" dt="2026-10-12T12:35:54.688" v="4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~ Sreenu" userId="0ae26cf317f236f5" providerId="LiveId" clId="{54C5857C-C959-465F-B4B1-47DCE9AD4A20}" dt="2026-10-12T12:37:10.857" v="21" actId="404"/>
          <ac:spMkLst>
            <pc:docMk/>
            <pc:sldMk cId="0" sldId="258"/>
            <ac:spMk id="6" creationId="{00000000-0000-0000-0000-000000000000}"/>
          </ac:spMkLst>
        </pc:spChg>
        <pc:spChg chg="mod">
          <ac:chgData name="~ Sreenu" userId="0ae26cf317f236f5" providerId="LiveId" clId="{54C5857C-C959-465F-B4B1-47DCE9AD4A20}" dt="2026-10-12T12:37:10.857" v="21" actId="404"/>
          <ac:spMkLst>
            <pc:docMk/>
            <pc:sldMk cId="0" sldId="258"/>
            <ac:spMk id="7" creationId="{00000000-0000-0000-0000-000000000000}"/>
          </ac:spMkLst>
        </pc:spChg>
        <pc:spChg chg="mod">
          <ac:chgData name="~ Sreenu" userId="0ae26cf317f236f5" providerId="LiveId" clId="{54C5857C-C959-465F-B4B1-47DCE9AD4A20}" dt="2026-10-12T12:37:10.857" v="21" actId="404"/>
          <ac:spMkLst>
            <pc:docMk/>
            <pc:sldMk cId="0" sldId="258"/>
            <ac:spMk id="8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56.674" v="17" actId="40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56.674" v="17" actId="40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56.674" v="17" actId="403"/>
          <ac:spMkLst>
            <pc:docMk/>
            <pc:sldMk cId="0" sldId="258"/>
            <ac:spMk id="12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56.674" v="17" actId="403"/>
          <ac:spMkLst>
            <pc:docMk/>
            <pc:sldMk cId="0" sldId="258"/>
            <ac:spMk id="14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56.674" v="17" actId="403"/>
          <ac:spMkLst>
            <pc:docMk/>
            <pc:sldMk cId="0" sldId="258"/>
            <ac:spMk id="15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56.674" v="17" actId="403"/>
          <ac:spMkLst>
            <pc:docMk/>
            <pc:sldMk cId="0" sldId="258"/>
            <ac:spMk id="16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56.674" v="17" actId="403"/>
          <ac:spMkLst>
            <pc:docMk/>
            <pc:sldMk cId="0" sldId="258"/>
            <ac:spMk id="19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56.674" v="17" actId="403"/>
          <ac:spMkLst>
            <pc:docMk/>
            <pc:sldMk cId="0" sldId="258"/>
            <ac:spMk id="20" creationId="{00000000-0000-0000-0000-000000000000}"/>
          </ac:spMkLst>
        </pc:spChg>
        <pc:spChg chg="del">
          <ac:chgData name="~ Sreenu" userId="0ae26cf317f236f5" providerId="LiveId" clId="{54C5857C-C959-465F-B4B1-47DCE9AD4A20}" dt="2026-10-12T12:38:11.932" v="35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~ Sreenu" userId="0ae26cf317f236f5" providerId="LiveId" clId="{54C5857C-C959-465F-B4B1-47DCE9AD4A20}" dt="2026-10-12T12:38:13.776" v="36" actId="478"/>
          <ac:spMkLst>
            <pc:docMk/>
            <pc:sldMk cId="0" sldId="258"/>
            <ac:spMk id="22" creationId="{00000000-0000-0000-0000-000000000000}"/>
          </ac:spMkLst>
        </pc:spChg>
        <pc:spChg chg="del">
          <ac:chgData name="~ Sreenu" userId="0ae26cf317f236f5" providerId="LiveId" clId="{54C5857C-C959-465F-B4B1-47DCE9AD4A20}" dt="2026-10-12T12:38:15.069" v="37" actId="478"/>
          <ac:spMkLst>
            <pc:docMk/>
            <pc:sldMk cId="0" sldId="258"/>
            <ac:spMk id="23" creationId="{00000000-0000-0000-0000-000000000000}"/>
          </ac:spMkLst>
        </pc:spChg>
        <pc:spChg chg="add del mod">
          <ac:chgData name="~ Sreenu" userId="0ae26cf317f236f5" providerId="LiveId" clId="{54C5857C-C959-465F-B4B1-47DCE9AD4A20}" dt="2026-10-12T12:37:06.459" v="20"/>
          <ac:spMkLst>
            <pc:docMk/>
            <pc:sldMk cId="0" sldId="258"/>
            <ac:spMk id="24" creationId="{9053DCDE-858B-7C1F-1D89-D7C3D18A26BF}"/>
          </ac:spMkLst>
        </pc:spChg>
      </pc:sldChg>
      <pc:sldChg chg="delSp modSp mod">
        <pc:chgData name="~ Sreenu" userId="0ae26cf317f236f5" providerId="LiveId" clId="{54C5857C-C959-465F-B4B1-47DCE9AD4A20}" dt="2026-10-12T12:38:20.556" v="40" actId="478"/>
        <pc:sldMkLst>
          <pc:docMk/>
          <pc:sldMk cId="0" sldId="259"/>
        </pc:sldMkLst>
        <pc:spChg chg="del">
          <ac:chgData name="~ Sreenu" userId="0ae26cf317f236f5" providerId="LiveId" clId="{54C5857C-C959-465F-B4B1-47DCE9AD4A20}" dt="2026-10-12T12:35:58.604" v="5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51.572" v="15" actId="403"/>
          <ac:spMkLst>
            <pc:docMk/>
            <pc:sldMk cId="0" sldId="259"/>
            <ac:spMk id="8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51.572" v="15" actId="403"/>
          <ac:spMkLst>
            <pc:docMk/>
            <pc:sldMk cId="0" sldId="259"/>
            <ac:spMk id="10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51.572" v="15" actId="403"/>
          <ac:spMkLst>
            <pc:docMk/>
            <pc:sldMk cId="0" sldId="259"/>
            <ac:spMk id="11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51.572" v="15" actId="403"/>
          <ac:spMkLst>
            <pc:docMk/>
            <pc:sldMk cId="0" sldId="259"/>
            <ac:spMk id="12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51.572" v="15" actId="403"/>
          <ac:spMkLst>
            <pc:docMk/>
            <pc:sldMk cId="0" sldId="259"/>
            <ac:spMk id="14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51.572" v="15" actId="403"/>
          <ac:spMkLst>
            <pc:docMk/>
            <pc:sldMk cId="0" sldId="259"/>
            <ac:spMk id="15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51.572" v="15" actId="403"/>
          <ac:spMkLst>
            <pc:docMk/>
            <pc:sldMk cId="0" sldId="259"/>
            <ac:spMk id="16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51.572" v="15" actId="403"/>
          <ac:spMkLst>
            <pc:docMk/>
            <pc:sldMk cId="0" sldId="259"/>
            <ac:spMk id="18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51.572" v="15" actId="403"/>
          <ac:spMkLst>
            <pc:docMk/>
            <pc:sldMk cId="0" sldId="259"/>
            <ac:spMk id="19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51.572" v="15" actId="403"/>
          <ac:spMkLst>
            <pc:docMk/>
            <pc:sldMk cId="0" sldId="259"/>
            <ac:spMk id="20" creationId="{00000000-0000-0000-0000-000000000000}"/>
          </ac:spMkLst>
        </pc:spChg>
        <pc:spChg chg="del">
          <ac:chgData name="~ Sreenu" userId="0ae26cf317f236f5" providerId="LiveId" clId="{54C5857C-C959-465F-B4B1-47DCE9AD4A20}" dt="2026-10-12T12:38:17.859" v="38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~ Sreenu" userId="0ae26cf317f236f5" providerId="LiveId" clId="{54C5857C-C959-465F-B4B1-47DCE9AD4A20}" dt="2026-10-12T12:38:19.070" v="39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~ Sreenu" userId="0ae26cf317f236f5" providerId="LiveId" clId="{54C5857C-C959-465F-B4B1-47DCE9AD4A20}" dt="2026-10-12T12:38:20.556" v="40" actId="478"/>
          <ac:spMkLst>
            <pc:docMk/>
            <pc:sldMk cId="0" sldId="259"/>
            <ac:spMk id="23" creationId="{00000000-0000-0000-0000-000000000000}"/>
          </ac:spMkLst>
        </pc:spChg>
      </pc:sldChg>
      <pc:sldChg chg="delSp modSp mod">
        <pc:chgData name="~ Sreenu" userId="0ae26cf317f236f5" providerId="LiveId" clId="{54C5857C-C959-465F-B4B1-47DCE9AD4A20}" dt="2026-10-12T12:38:34.204" v="46" actId="478"/>
        <pc:sldMkLst>
          <pc:docMk/>
          <pc:sldMk cId="0" sldId="260"/>
        </pc:sldMkLst>
        <pc:spChg chg="del">
          <ac:chgData name="~ Sreenu" userId="0ae26cf317f236f5" providerId="LiveId" clId="{54C5857C-C959-465F-B4B1-47DCE9AD4A20}" dt="2026-10-12T12:36:02.492" v="6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42.837" v="13" actId="403"/>
          <ac:spMkLst>
            <pc:docMk/>
            <pc:sldMk cId="0" sldId="260"/>
            <ac:spMk id="6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42.837" v="13" actId="403"/>
          <ac:spMkLst>
            <pc:docMk/>
            <pc:sldMk cId="0" sldId="260"/>
            <ac:spMk id="7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42.837" v="13" actId="403"/>
          <ac:spMkLst>
            <pc:docMk/>
            <pc:sldMk cId="0" sldId="260"/>
            <ac:spMk id="8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42.837" v="13" actId="403"/>
          <ac:spMkLst>
            <pc:docMk/>
            <pc:sldMk cId="0" sldId="260"/>
            <ac:spMk id="9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42.837" v="13" actId="403"/>
          <ac:spMkLst>
            <pc:docMk/>
            <pc:sldMk cId="0" sldId="260"/>
            <ac:spMk id="11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42.837" v="13" actId="403"/>
          <ac:spMkLst>
            <pc:docMk/>
            <pc:sldMk cId="0" sldId="260"/>
            <ac:spMk id="12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42.837" v="13" actId="403"/>
          <ac:spMkLst>
            <pc:docMk/>
            <pc:sldMk cId="0" sldId="260"/>
            <ac:spMk id="13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42.837" v="13" actId="403"/>
          <ac:spMkLst>
            <pc:docMk/>
            <pc:sldMk cId="0" sldId="260"/>
            <ac:spMk id="14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42.837" v="13" actId="403"/>
          <ac:spMkLst>
            <pc:docMk/>
            <pc:sldMk cId="0" sldId="260"/>
            <ac:spMk id="15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42.837" v="13" actId="403"/>
          <ac:spMkLst>
            <pc:docMk/>
            <pc:sldMk cId="0" sldId="260"/>
            <ac:spMk id="16" creationId="{00000000-0000-0000-0000-000000000000}"/>
          </ac:spMkLst>
        </pc:spChg>
        <pc:spChg chg="del">
          <ac:chgData name="~ Sreenu" userId="0ae26cf317f236f5" providerId="LiveId" clId="{54C5857C-C959-465F-B4B1-47DCE9AD4A20}" dt="2026-10-12T12:38:30.981" v="44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~ Sreenu" userId="0ae26cf317f236f5" providerId="LiveId" clId="{54C5857C-C959-465F-B4B1-47DCE9AD4A20}" dt="2026-10-12T12:38:32.532" v="45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~ Sreenu" userId="0ae26cf317f236f5" providerId="LiveId" clId="{54C5857C-C959-465F-B4B1-47DCE9AD4A20}" dt="2026-10-12T12:38:34.204" v="46" actId="478"/>
          <ac:spMkLst>
            <pc:docMk/>
            <pc:sldMk cId="0" sldId="260"/>
            <ac:spMk id="19" creationId="{00000000-0000-0000-0000-000000000000}"/>
          </ac:spMkLst>
        </pc:spChg>
      </pc:sldChg>
      <pc:sldChg chg="delSp modSp mod">
        <pc:chgData name="~ Sreenu" userId="0ae26cf317f236f5" providerId="LiveId" clId="{54C5857C-C959-465F-B4B1-47DCE9AD4A20}" dt="2026-10-12T12:38:28.104" v="43" actId="478"/>
        <pc:sldMkLst>
          <pc:docMk/>
          <pc:sldMk cId="0" sldId="261"/>
        </pc:sldMkLst>
        <pc:spChg chg="del">
          <ac:chgData name="~ Sreenu" userId="0ae26cf317f236f5" providerId="LiveId" clId="{54C5857C-C959-465F-B4B1-47DCE9AD4A20}" dt="2026-10-12T12:36:05.853" v="7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31.696" v="11" actId="403"/>
          <ac:spMkLst>
            <pc:docMk/>
            <pc:sldMk cId="0" sldId="261"/>
            <ac:spMk id="8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31.696" v="11" actId="403"/>
          <ac:spMkLst>
            <pc:docMk/>
            <pc:sldMk cId="0" sldId="261"/>
            <ac:spMk id="9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31.696" v="11" actId="403"/>
          <ac:spMkLst>
            <pc:docMk/>
            <pc:sldMk cId="0" sldId="261"/>
            <ac:spMk id="10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31.696" v="11" actId="403"/>
          <ac:spMkLst>
            <pc:docMk/>
            <pc:sldMk cId="0" sldId="261"/>
            <ac:spMk id="11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31.696" v="11" actId="403"/>
          <ac:spMkLst>
            <pc:docMk/>
            <pc:sldMk cId="0" sldId="261"/>
            <ac:spMk id="12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31.696" v="11" actId="403"/>
          <ac:spMkLst>
            <pc:docMk/>
            <pc:sldMk cId="0" sldId="261"/>
            <ac:spMk id="13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31.696" v="11" actId="403"/>
          <ac:spMkLst>
            <pc:docMk/>
            <pc:sldMk cId="0" sldId="261"/>
            <ac:spMk id="14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23.679" v="9" actId="404"/>
          <ac:spMkLst>
            <pc:docMk/>
            <pc:sldMk cId="0" sldId="261"/>
            <ac:spMk id="15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31.696" v="11" actId="403"/>
          <ac:spMkLst>
            <pc:docMk/>
            <pc:sldMk cId="0" sldId="261"/>
            <ac:spMk id="16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31.696" v="11" actId="403"/>
          <ac:spMkLst>
            <pc:docMk/>
            <pc:sldMk cId="0" sldId="261"/>
            <ac:spMk id="17" creationId="{00000000-0000-0000-0000-000000000000}"/>
          </ac:spMkLst>
        </pc:spChg>
        <pc:spChg chg="mod">
          <ac:chgData name="~ Sreenu" userId="0ae26cf317f236f5" providerId="LiveId" clId="{54C5857C-C959-465F-B4B1-47DCE9AD4A20}" dt="2026-10-12T12:36:31.696" v="11" actId="403"/>
          <ac:spMkLst>
            <pc:docMk/>
            <pc:sldMk cId="0" sldId="261"/>
            <ac:spMk id="19" creationId="{00000000-0000-0000-0000-000000000000}"/>
          </ac:spMkLst>
        </pc:spChg>
        <pc:spChg chg="del">
          <ac:chgData name="~ Sreenu" userId="0ae26cf317f236f5" providerId="LiveId" clId="{54C5857C-C959-465F-B4B1-47DCE9AD4A20}" dt="2026-10-12T12:38:24.264" v="41" actId="478"/>
          <ac:spMkLst>
            <pc:docMk/>
            <pc:sldMk cId="0" sldId="261"/>
            <ac:spMk id="20" creationId="{00000000-0000-0000-0000-000000000000}"/>
          </ac:spMkLst>
        </pc:spChg>
        <pc:spChg chg="del">
          <ac:chgData name="~ Sreenu" userId="0ae26cf317f236f5" providerId="LiveId" clId="{54C5857C-C959-465F-B4B1-47DCE9AD4A20}" dt="2026-10-12T12:38:25.796" v="42" actId="478"/>
          <ac:spMkLst>
            <pc:docMk/>
            <pc:sldMk cId="0" sldId="261"/>
            <ac:spMk id="21" creationId="{00000000-0000-0000-0000-000000000000}"/>
          </ac:spMkLst>
        </pc:spChg>
        <pc:spChg chg="del">
          <ac:chgData name="~ Sreenu" userId="0ae26cf317f236f5" providerId="LiveId" clId="{54C5857C-C959-465F-B4B1-47DCE9AD4A20}" dt="2026-10-12T12:38:28.104" v="43" actId="478"/>
          <ac:spMkLst>
            <pc:docMk/>
            <pc:sldMk cId="0" sldId="261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418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7190720" cy="9189720"/>
          </a:xfrm>
          <a:prstGeom prst="rect">
            <a:avLst/>
          </a:prstGeom>
          <a:solidFill>
            <a:srgbClr val="F2EAD8"/>
          </a:solidFill>
          <a:ln w="6350">
            <a:solidFill>
              <a:srgbClr val="A897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0" y="1371600"/>
            <a:ext cx="0" cy="7543800"/>
          </a:xfrm>
          <a:prstGeom prst="line">
            <a:avLst/>
          </a:prstGeom>
          <a:noFill/>
          <a:ln w="9525">
            <a:solidFill>
              <a:srgbClr val="A897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4560" y="2286000"/>
            <a:ext cx="10972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2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Caesar</a:t>
            </a:r>
            <a:endParaRPr lang="en-US" sz="7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72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</a:t>
            </a:r>
            <a:r>
              <a:rPr lang="en-US" sz="7200" i="1" dirty="0">
                <a:solidFill>
                  <a:srgbClr val="8A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Vigenère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2194560" y="5120640"/>
            <a:ext cx="1280160" cy="0"/>
          </a:xfrm>
          <a:prstGeom prst="line">
            <a:avLst/>
          </a:prstGeom>
          <a:noFill/>
          <a:ln w="9525">
            <a:solidFill>
              <a:srgbClr val="A897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02152" y="5056632"/>
            <a:ext cx="128016" cy="128016"/>
          </a:xfrm>
          <a:prstGeom prst="diamond">
            <a:avLst/>
          </a:prstGeom>
          <a:solidFill>
            <a:srgbClr val="A89778"/>
          </a:solidFill>
          <a:ln w="12700">
            <a:solidFill>
              <a:srgbClr val="A897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5120640"/>
            <a:ext cx="1280160" cy="0"/>
          </a:xfrm>
          <a:prstGeom prst="line">
            <a:avLst/>
          </a:prstGeom>
          <a:noFill/>
          <a:ln w="9525">
            <a:solidFill>
              <a:srgbClr val="A897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53949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Evolution of Substitution Ciphers</a:t>
            </a:r>
            <a:endParaRPr lang="en-US" sz="2800" dirty="0"/>
          </a:p>
          <a:p>
            <a:pPr marL="0" indent="0">
              <a:buNone/>
            </a:pPr>
            <a:r>
              <a:rPr lang="en-US" sz="2800" i="1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monoalphabetic simplicity to polyalphabetic strength</a:t>
            </a:r>
            <a:r>
              <a:rPr lang="en-US" sz="2600" i="1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2984480" y="2011680"/>
            <a:ext cx="3840480" cy="5486400"/>
          </a:xfrm>
          <a:prstGeom prst="rect">
            <a:avLst/>
          </a:prstGeom>
          <a:solidFill>
            <a:srgbClr val="EBE0C7"/>
          </a:solidFill>
          <a:ln w="9525">
            <a:solidFill>
              <a:srgbClr val="A8977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3213080" y="272034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kern="0" spc="600" dirty="0"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kern="0" spc="600" dirty="0">
                <a:latin typeface="Inter" pitchFamily="34" charset="0"/>
                <a:ea typeface="Inter" pitchFamily="34" charset="-122"/>
                <a:cs typeface="Inter" pitchFamily="34" charset="-120"/>
              </a:rPr>
              <a:t>P Sreenivasulu</a:t>
            </a:r>
          </a:p>
          <a:p>
            <a:pPr marL="0" indent="0">
              <a:buNone/>
            </a:pPr>
            <a:r>
              <a:rPr lang="en-US" sz="2800" kern="0" spc="600" dirty="0">
                <a:latin typeface="Inter" pitchFamily="34" charset="0"/>
                <a:ea typeface="Inter" pitchFamily="34" charset="-122"/>
              </a:rPr>
              <a:t>      192524231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304520" y="5897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kern="0" spc="600" dirty="0">
                <a:latin typeface="Inter" pitchFamily="34" charset="0"/>
                <a:ea typeface="Inter" pitchFamily="34" charset="-122"/>
                <a:cs typeface="Inter" pitchFamily="34" charset="-120"/>
              </a:rPr>
              <a:t>CSA5112 – Cryptography And Network Security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7190720" cy="9189720"/>
          </a:xfrm>
          <a:prstGeom prst="rect">
            <a:avLst/>
          </a:prstGeom>
          <a:solidFill>
            <a:srgbClr val="F2EAD8"/>
          </a:solidFill>
          <a:ln w="6350">
            <a:solidFill>
              <a:srgbClr val="A897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91640"/>
            <a:ext cx="1280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letters.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i="1" dirty="0">
                <a:solidFill>
                  <a:srgbClr val="8A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Hide meaning.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97280" y="3749040"/>
            <a:ext cx="1005840" cy="0"/>
          </a:xfrm>
          <a:prstGeom prst="line">
            <a:avLst/>
          </a:prstGeom>
          <a:noFill/>
          <a:ln w="9525">
            <a:solidFill>
              <a:srgbClr val="A897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3685032"/>
            <a:ext cx="128016" cy="128016"/>
          </a:xfrm>
          <a:prstGeom prst="diamond">
            <a:avLst/>
          </a:prstGeom>
          <a:solidFill>
            <a:srgbClr val="A89778"/>
          </a:solidFill>
          <a:ln w="12700">
            <a:solidFill>
              <a:srgbClr val="A897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3749040"/>
            <a:ext cx="1005840" cy="0"/>
          </a:xfrm>
          <a:prstGeom prst="line">
            <a:avLst/>
          </a:prstGeom>
          <a:noFill/>
          <a:ln w="9525">
            <a:solidFill>
              <a:srgbClr val="A897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4114800"/>
            <a:ext cx="15727680" cy="1371600"/>
          </a:xfrm>
          <a:prstGeom prst="rect">
            <a:avLst/>
          </a:prstGeom>
          <a:solidFill>
            <a:srgbClr val="EBE0C7"/>
          </a:solidFill>
          <a:ln w="9525">
            <a:solidFill>
              <a:srgbClr val="A897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4297680"/>
            <a:ext cx="1517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substitution cipher replaces each plaintext letter with a ciphertext letter according to a fixed system. Two families emerged: monoalphabetic (one mapping) and polyalphabetic (many mappings).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kern="0" spc="200" dirty="0">
                <a:solidFill>
                  <a:srgbClr val="8A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MONOALPHABETIC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6309360"/>
            <a:ext cx="7589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fixed mapping for the whole message. Every ‘A’ becomes the same letter. The classic example is the Caesar cipher — a simple shift of three places used by Julius Caesar around 50 BCE.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60120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kern="0" spc="200" dirty="0">
                <a:solidFill>
                  <a:srgbClr val="8A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POLYALPHABETIC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01200" y="630936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mappings used in sequence. The same plaintext letter can encrypt to different ciphertext letters. This idea defeated simple frequency analysis and led to the Vigenère system.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7190720" cy="9189720"/>
          </a:xfrm>
          <a:prstGeom prst="rect">
            <a:avLst/>
          </a:prstGeom>
          <a:solidFill>
            <a:srgbClr val="F2EAD8"/>
          </a:solidFill>
          <a:ln w="6350">
            <a:solidFill>
              <a:srgbClr val="A897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9164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by three. Easy to break.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097280" y="2834640"/>
            <a:ext cx="15727680" cy="2377440"/>
          </a:xfrm>
          <a:prstGeom prst="rect">
            <a:avLst/>
          </a:prstGeom>
          <a:solidFill>
            <a:srgbClr val="EBE0C7"/>
          </a:solidFill>
          <a:ln w="9525">
            <a:solidFill>
              <a:srgbClr val="A897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306324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1A1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PLAINTEXT          ATTACK AT DAWN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370332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A2A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CIPHERTEXT (×3)    DWWDFN DW GDZQ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443484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A→D  B→E  C→F  …  X→A  Y→B  Z→C     •  Only 25 possible keys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5577840"/>
            <a:ext cx="5120640" cy="3017520"/>
          </a:xfrm>
          <a:prstGeom prst="rect">
            <a:avLst/>
          </a:prstGeom>
          <a:solidFill>
            <a:srgbClr val="EBE0C7"/>
          </a:solidFill>
          <a:ln w="9525">
            <a:solidFill>
              <a:srgbClr val="A897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5806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A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6263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Tiny key space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17320" y="68580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attacker can try every shift in seconds with a pencil.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583680" y="5577840"/>
            <a:ext cx="5120640" cy="3017520"/>
          </a:xfrm>
          <a:prstGeom prst="rect">
            <a:avLst/>
          </a:prstGeom>
          <a:solidFill>
            <a:srgbClr val="EBE0C7"/>
          </a:solidFill>
          <a:ln w="9525">
            <a:solidFill>
              <a:srgbClr val="A897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5806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A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03720" y="6263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 analysis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68580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E, T, A dominate English. The most common ciphertext letter almost always maps to E.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2070080" y="5577840"/>
            <a:ext cx="5120640" cy="3017520"/>
          </a:xfrm>
          <a:prstGeom prst="rect">
            <a:avLst/>
          </a:prstGeom>
          <a:solidFill>
            <a:srgbClr val="EBE0C7"/>
          </a:solidFill>
          <a:ln w="9525">
            <a:solidFill>
              <a:srgbClr val="A897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90120" y="5806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A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390120" y="6263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remain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2390120" y="68580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Double letters and short words like THE and AND stay visible.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7190720" cy="9189720"/>
          </a:xfrm>
          <a:prstGeom prst="rect">
            <a:avLst/>
          </a:prstGeom>
          <a:solidFill>
            <a:srgbClr val="F2EAD8"/>
          </a:solidFill>
          <a:ln w="6350">
            <a:solidFill>
              <a:srgbClr val="A897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91640"/>
            <a:ext cx="1463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alphabet is not enough.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i="1" dirty="0">
                <a:solidFill>
                  <a:srgbClr val="8A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many.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97280" y="3931920"/>
            <a:ext cx="1005840" cy="0"/>
          </a:xfrm>
          <a:prstGeom prst="line">
            <a:avLst/>
          </a:prstGeom>
          <a:noFill/>
          <a:ln w="9525">
            <a:solidFill>
              <a:srgbClr val="A897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3867912"/>
            <a:ext cx="128016" cy="128016"/>
          </a:xfrm>
          <a:prstGeom prst="diamond">
            <a:avLst/>
          </a:prstGeom>
          <a:solidFill>
            <a:srgbClr val="A89778"/>
          </a:solidFill>
          <a:ln w="12700">
            <a:solidFill>
              <a:srgbClr val="A897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3931920"/>
            <a:ext cx="1005840" cy="0"/>
          </a:xfrm>
          <a:prstGeom prst="line">
            <a:avLst/>
          </a:prstGeom>
          <a:noFill/>
          <a:ln w="9525">
            <a:solidFill>
              <a:srgbClr val="A897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297680"/>
            <a:ext cx="1572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Renaissance scholars realized that a single fixed substitution could be broken by letter-frequency statistics. The solution was to change the substitution as the message progressed — a polyalphabetic cipher.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97280" y="5852160"/>
            <a:ext cx="5120640" cy="2743200"/>
          </a:xfrm>
          <a:prstGeom prst="rect">
            <a:avLst/>
          </a:prstGeom>
          <a:solidFill>
            <a:srgbClr val="EBE0C7"/>
          </a:solidFill>
          <a:ln w="9525">
            <a:solidFill>
              <a:srgbClr val="A897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6080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200" dirty="0">
                <a:solidFill>
                  <a:srgbClr val="8A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1466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6537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Leon Battista Alberti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17320" y="7178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Invented the cipher disk — the first mechanical polyalphabetic device.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583680" y="5852160"/>
            <a:ext cx="5120640" cy="2743200"/>
          </a:xfrm>
          <a:prstGeom prst="rect">
            <a:avLst/>
          </a:prstGeom>
          <a:solidFill>
            <a:srgbClr val="EBE0C7"/>
          </a:solidFill>
          <a:ln w="9525">
            <a:solidFill>
              <a:srgbClr val="A897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6080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200" dirty="0">
                <a:solidFill>
                  <a:srgbClr val="8A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1508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03720" y="6537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Johannes Trithemius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7178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Published the tabula recta, a square of shifted alphabets used in sequence.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2070080" y="5852160"/>
            <a:ext cx="5120640" cy="2743200"/>
          </a:xfrm>
          <a:prstGeom prst="rect">
            <a:avLst/>
          </a:prstGeom>
          <a:solidFill>
            <a:srgbClr val="EBE0C7"/>
          </a:solidFill>
          <a:ln w="9525">
            <a:solidFill>
              <a:srgbClr val="A897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90120" y="6080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200" dirty="0">
                <a:solidFill>
                  <a:srgbClr val="8A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1553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90120" y="6537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Giovan Battista Bellaso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2390120" y="7178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Introduced a keyword to select which alphabet to use for each letter.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7190720" cy="9189720"/>
          </a:xfrm>
          <a:prstGeom prst="rect">
            <a:avLst/>
          </a:prstGeom>
          <a:solidFill>
            <a:srgbClr val="F2EAD8"/>
          </a:solidFill>
          <a:ln w="6350">
            <a:solidFill>
              <a:srgbClr val="A897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9164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 controls the shift.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097280" y="2834640"/>
            <a:ext cx="15727680" cy="3291840"/>
          </a:xfrm>
          <a:prstGeom prst="rect">
            <a:avLst/>
          </a:prstGeom>
          <a:solidFill>
            <a:srgbClr val="EBE0C7"/>
          </a:solidFill>
          <a:ln w="9525">
            <a:solidFill>
              <a:srgbClr val="A897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3017520"/>
            <a:ext cx="146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400" dirty="0">
                <a:solidFill>
                  <a:srgbClr val="6B62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=  LEMON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62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91840" y="3566160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A1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T T A C K A T D A W 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46304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62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91840" y="4251960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A1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 E M O N L E M O N L E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463040" y="4937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62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CIPHER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91840" y="4937760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8A2A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 X F O P V E F R N H R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097280" y="6492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200" dirty="0">
                <a:solidFill>
                  <a:srgbClr val="8A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694944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key letter selects a different Caesar shift. The same plaintext letter encrypts to different ciphertext letters, defeating simple frequency analysis.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601200" y="6492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200" dirty="0">
                <a:solidFill>
                  <a:srgbClr val="8A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NOTE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0" y="69494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 after Blaise de Vigenère (1586), though the keyword method was first described by Bellaso in 1553. It remained unbroken for centuries.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7190720" cy="9189720"/>
          </a:xfrm>
          <a:prstGeom prst="rect">
            <a:avLst/>
          </a:prstGeom>
          <a:solidFill>
            <a:srgbClr val="F2EAD8"/>
          </a:solidFill>
          <a:ln w="6350">
            <a:solidFill>
              <a:srgbClr val="A897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91640"/>
            <a:ext cx="1280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one shift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i="1" dirty="0">
                <a:solidFill>
                  <a:srgbClr val="8A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many keys.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97280" y="3749040"/>
            <a:ext cx="1005840" cy="0"/>
          </a:xfrm>
          <a:prstGeom prst="line">
            <a:avLst/>
          </a:prstGeom>
          <a:noFill/>
          <a:ln w="9525">
            <a:solidFill>
              <a:srgbClr val="A897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3685032"/>
            <a:ext cx="128016" cy="128016"/>
          </a:xfrm>
          <a:prstGeom prst="diamond">
            <a:avLst/>
          </a:prstGeom>
          <a:solidFill>
            <a:srgbClr val="A89778"/>
          </a:solidFill>
          <a:ln w="12700">
            <a:solidFill>
              <a:srgbClr val="A897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3749040"/>
            <a:ext cx="1005840" cy="0"/>
          </a:xfrm>
          <a:prstGeom prst="line">
            <a:avLst/>
          </a:prstGeom>
          <a:noFill/>
          <a:ln w="9525">
            <a:solidFill>
              <a:srgbClr val="A897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114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A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CAESAR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669280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Monoalphabetic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01200" y="4114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and fast, but trivially broken by frequency analysis or brute force.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5394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A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ALBERTI → BELLASO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69280" y="5394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Polyalphabetic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601200" y="53949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alphabets destroy letter-frequency patterns that once revealed everything.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6675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A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VIGENÈRE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69280" y="6675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 system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601200" y="66751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secret word selects the alphabet sequence — far stronger in practice for centuries.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7955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A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69280" y="7955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insight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01200" y="7955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3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length and randomness matter. These ideas live on in stream ciphers and the one-time pad.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505</Words>
  <Application>Microsoft Office PowerPoint</Application>
  <PresentationFormat>Custom</PresentationFormat>
  <Paragraphs>71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IBM Plex Mono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Caesar to Vigenère: Evolution of Substitution Ciphers</dc:title>
  <dc:subject>PptxGenJS Presentation</dc:subject>
  <dc:creator>Cryptography History</dc:creator>
  <cp:lastModifiedBy>~ Sreenu</cp:lastModifiedBy>
  <cp:revision>2</cp:revision>
  <dcterms:created xsi:type="dcterms:W3CDTF">2026-10-12T04:07:31Z</dcterms:created>
  <dcterms:modified xsi:type="dcterms:W3CDTF">2026-10-12T12:39:10Z</dcterms:modified>
</cp:coreProperties>
</file>